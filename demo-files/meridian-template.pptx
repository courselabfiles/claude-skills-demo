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 Quarterly Revie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  <a:latin typeface="Georgia"/>
              </a:rPr>
              <a:t>Q2 Production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Second quarter operating and financial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C6672"/>
                </a:solidFill>
                <a:latin typeface="Verdana"/>
              </a:rPr>
              <a:t>Meridian Gold &amp; Copper Ltd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  <a:latin typeface="Georgia"/>
              </a:rPr>
              <a:t>Gold and Copper Output by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Gold: 112,400 oz produced</a:t>
            </a:r>
          </a:p>
          <a:p>
            <a:r>
              <a:rPr>
                <a:latin typeface="Verdana"/>
              </a:rPr>
              <a:t>Copper: 9,800 t produced</a:t>
            </a:r>
          </a:p>
          <a:p>
            <a:r>
              <a:rPr>
                <a:latin typeface="Verdana"/>
              </a:rPr>
              <a:t>AISC: $1,342/oz</a:t>
            </a:r>
          </a:p>
          <a:p>
            <a:r>
              <a:rPr>
                <a:latin typeface="Verdana"/>
              </a:rPr>
              <a:t>TRIFR: 0.38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C6672"/>
                </a:solidFill>
                <a:latin typeface="Verdana"/>
              </a:rPr>
              <a:t>Meridian Gold &amp; Copper Ltd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B2A4A"/>
                </a:solidFill>
                <a:latin typeface="Georgia"/>
              </a:rPr>
              <a:t>Cost and Safety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Cost</a:t>
            </a:r>
          </a:p>
          <a:p>
            <a:r>
              <a:t>AISC $1,342/oz</a:t>
            </a:r>
          </a:p>
          <a:p>
            <a:r>
              <a:t>C1 $6,200/t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Safety</a:t>
            </a:r>
          </a:p>
          <a:p>
            <a:r>
              <a:t>2 lost-time injuries</a:t>
            </a:r>
          </a:p>
          <a:p>
            <a:r>
              <a:t>TRIFR 0.38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C6672"/>
                </a:solidFill>
                <a:latin typeface="Verdana"/>
              </a:rPr>
              <a:t>Meridian Gold &amp; Copper Ltd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idian Quarterly Revi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B2A4A"/>
      </a:accent1>
      <a:accent2>
        <a:srgbClr val="C8A24B"/>
      </a:accent2>
      <a:accent3>
        <a:srgbClr val="B5643C"/>
      </a:accent3>
      <a:accent4>
        <a:srgbClr val="5C667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