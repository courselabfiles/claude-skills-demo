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Template title slide. Fonts: Georgia. Palette: navy 1F3864, gold C9A227, slate 44546A.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layout with the house table style.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exemplar for generated slides to match.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RIDIAN_TITLE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GOLD &amp; COPPER LTD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ERIDIA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GOLD &amp; COPPER LTD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8961120" y="64465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Synthetic training content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Q2 2026 Operations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66928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Board of Directors — July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Summary</a:t>
            </a:r>
            <a:endParaRPr lang="en-US" sz="3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7724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Metric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Q2 2026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Q1 2026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Gold produced (koz)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82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78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Copper produced (Mlb)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24.1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23.0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AISC ($/oz gold-eq)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$1,362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$1,341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Recordable incidents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2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44546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3</a:t>
                      </a:r>
                      <a:endParaRPr lang="en-US" sz="16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Divider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Two-column layout — left for narrative, right for figures.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Charts use gold C9A227 as the primary series color.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Body text: Georgia 16, slate 44546A.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1371600"/>
            <a:ext cx="4754880" cy="3200400"/>
          </a:xfrm>
          <a:prstGeom prst="roundRect">
            <a:avLst>
              <a:gd name="adj" fmla="val 228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0" y="27432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454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Figure placeholder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2026-07-22T13:36:05Z</dcterms:created>
  <dcterms:modified xsi:type="dcterms:W3CDTF">2026-07-22T13:36:05Z</dcterms:modified>
</cp:coreProperties>
</file>